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1E4F0B-A95B-49B6-9F63-7C62B54AAE79}" v="47" dt="2025-09-30T08:27:34.1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-29" y="-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興毅 蔣" userId="adf38349715d3611" providerId="LiveId" clId="{26FB1179-0797-4165-9455-8AB56E85C4A2}"/>
    <pc:docChg chg="undo custSel addSld modSld">
      <pc:chgData name="興毅 蔣" userId="adf38349715d3611" providerId="LiveId" clId="{26FB1179-0797-4165-9455-8AB56E85C4A2}" dt="2025-09-30T08:27:55.948" v="1072" actId="1076"/>
      <pc:docMkLst>
        <pc:docMk/>
      </pc:docMkLst>
      <pc:sldChg chg="addSp delSp modSp new mod">
        <pc:chgData name="興毅 蔣" userId="adf38349715d3611" providerId="LiveId" clId="{26FB1179-0797-4165-9455-8AB56E85C4A2}" dt="2025-09-30T07:57:34.139" v="753" actId="20577"/>
        <pc:sldMkLst>
          <pc:docMk/>
          <pc:sldMk cId="319861626" sldId="257"/>
        </pc:sldMkLst>
        <pc:spChg chg="del">
          <ac:chgData name="興毅 蔣" userId="adf38349715d3611" providerId="LiveId" clId="{26FB1179-0797-4165-9455-8AB56E85C4A2}" dt="2025-09-30T07:10:33.275" v="8" actId="478"/>
          <ac:spMkLst>
            <pc:docMk/>
            <pc:sldMk cId="319861626" sldId="257"/>
            <ac:spMk id="2" creationId="{D0FFF779-1BAD-503D-7C5D-BBC5F1ECC114}"/>
          </ac:spMkLst>
        </pc:spChg>
        <pc:spChg chg="del">
          <ac:chgData name="興毅 蔣" userId="adf38349715d3611" providerId="LiveId" clId="{26FB1179-0797-4165-9455-8AB56E85C4A2}" dt="2025-09-30T07:10:07.829" v="1" actId="931"/>
          <ac:spMkLst>
            <pc:docMk/>
            <pc:sldMk cId="319861626" sldId="257"/>
            <ac:spMk id="3" creationId="{E244232D-880A-5431-C3D4-006C6B67B8B2}"/>
          </ac:spMkLst>
        </pc:spChg>
        <pc:spChg chg="add del mod">
          <ac:chgData name="興毅 蔣" userId="adf38349715d3611" providerId="LiveId" clId="{26FB1179-0797-4165-9455-8AB56E85C4A2}" dt="2025-09-30T07:10:50.469" v="12" actId="478"/>
          <ac:spMkLst>
            <pc:docMk/>
            <pc:sldMk cId="319861626" sldId="257"/>
            <ac:spMk id="7" creationId="{F4BC5B7B-1DAB-82B4-A5C7-92F74E7C1EDA}"/>
          </ac:spMkLst>
        </pc:spChg>
        <pc:spChg chg="add mod">
          <ac:chgData name="興毅 蔣" userId="adf38349715d3611" providerId="LiveId" clId="{26FB1179-0797-4165-9455-8AB56E85C4A2}" dt="2025-09-30T07:22:08.001" v="35" actId="1076"/>
          <ac:spMkLst>
            <pc:docMk/>
            <pc:sldMk cId="319861626" sldId="257"/>
            <ac:spMk id="10" creationId="{55219F0B-B3B5-F8C5-75C1-981965F66A76}"/>
          </ac:spMkLst>
        </pc:spChg>
        <pc:spChg chg="add mod">
          <ac:chgData name="興毅 蔣" userId="adf38349715d3611" providerId="LiveId" clId="{26FB1179-0797-4165-9455-8AB56E85C4A2}" dt="2025-09-30T07:23:33.208" v="90" actId="404"/>
          <ac:spMkLst>
            <pc:docMk/>
            <pc:sldMk cId="319861626" sldId="257"/>
            <ac:spMk id="11" creationId="{61324C78-F877-4CBE-6DBF-8FCA293CE1F9}"/>
          </ac:spMkLst>
        </pc:spChg>
        <pc:spChg chg="add mod">
          <ac:chgData name="興毅 蔣" userId="adf38349715d3611" providerId="LiveId" clId="{26FB1179-0797-4165-9455-8AB56E85C4A2}" dt="2025-09-30T07:33:02.998" v="258" actId="113"/>
          <ac:spMkLst>
            <pc:docMk/>
            <pc:sldMk cId="319861626" sldId="257"/>
            <ac:spMk id="12" creationId="{3A5289D0-F54B-A7E6-2B9F-C7E2E15E1174}"/>
          </ac:spMkLst>
        </pc:spChg>
        <pc:spChg chg="add mod">
          <ac:chgData name="興毅 蔣" userId="adf38349715d3611" providerId="LiveId" clId="{26FB1179-0797-4165-9455-8AB56E85C4A2}" dt="2025-09-30T07:56:40.397" v="747" actId="20577"/>
          <ac:spMkLst>
            <pc:docMk/>
            <pc:sldMk cId="319861626" sldId="257"/>
            <ac:spMk id="13" creationId="{A8DC4E0B-7CE6-1977-A16A-E60B13C8711F}"/>
          </ac:spMkLst>
        </pc:spChg>
        <pc:spChg chg="add mod">
          <ac:chgData name="興毅 蔣" userId="adf38349715d3611" providerId="LiveId" clId="{26FB1179-0797-4165-9455-8AB56E85C4A2}" dt="2025-09-30T07:47:50.405" v="594" actId="20577"/>
          <ac:spMkLst>
            <pc:docMk/>
            <pc:sldMk cId="319861626" sldId="257"/>
            <ac:spMk id="14" creationId="{6A4F2F9B-87FA-835E-F193-A1C823B0AA2D}"/>
          </ac:spMkLst>
        </pc:spChg>
        <pc:spChg chg="add mod">
          <ac:chgData name="興毅 蔣" userId="adf38349715d3611" providerId="LiveId" clId="{26FB1179-0797-4165-9455-8AB56E85C4A2}" dt="2025-09-30T07:33:54.588" v="313" actId="1076"/>
          <ac:spMkLst>
            <pc:docMk/>
            <pc:sldMk cId="319861626" sldId="257"/>
            <ac:spMk id="15" creationId="{E1A3DE4C-A5D2-E5E9-FE30-04837C90DD52}"/>
          </ac:spMkLst>
        </pc:spChg>
        <pc:spChg chg="add mod">
          <ac:chgData name="興毅 蔣" userId="adf38349715d3611" providerId="LiveId" clId="{26FB1179-0797-4165-9455-8AB56E85C4A2}" dt="2025-09-30T07:56:58.388" v="751" actId="20577"/>
          <ac:spMkLst>
            <pc:docMk/>
            <pc:sldMk cId="319861626" sldId="257"/>
            <ac:spMk id="16" creationId="{8BF98CDE-94DF-D22B-9A35-7C833747E51F}"/>
          </ac:spMkLst>
        </pc:spChg>
        <pc:spChg chg="add mod">
          <ac:chgData name="興毅 蔣" userId="adf38349715d3611" providerId="LiveId" clId="{26FB1179-0797-4165-9455-8AB56E85C4A2}" dt="2025-09-30T07:57:34.139" v="753" actId="20577"/>
          <ac:spMkLst>
            <pc:docMk/>
            <pc:sldMk cId="319861626" sldId="257"/>
            <ac:spMk id="17" creationId="{D27AA3EE-ADF6-261F-F53A-0976A36ADDC2}"/>
          </ac:spMkLst>
        </pc:spChg>
        <pc:spChg chg="add mod">
          <ac:chgData name="興毅 蔣" userId="adf38349715d3611" providerId="LiveId" clId="{26FB1179-0797-4165-9455-8AB56E85C4A2}" dt="2025-09-30T07:55:35.964" v="743" actId="20577"/>
          <ac:spMkLst>
            <pc:docMk/>
            <pc:sldMk cId="319861626" sldId="257"/>
            <ac:spMk id="18" creationId="{0DF725A2-7910-5DB7-3EB6-04D596AD9996}"/>
          </ac:spMkLst>
        </pc:spChg>
        <pc:spChg chg="add mod">
          <ac:chgData name="興毅 蔣" userId="adf38349715d3611" providerId="LiveId" clId="{26FB1179-0797-4165-9455-8AB56E85C4A2}" dt="2025-09-30T07:44:07.472" v="424" actId="1076"/>
          <ac:spMkLst>
            <pc:docMk/>
            <pc:sldMk cId="319861626" sldId="257"/>
            <ac:spMk id="19" creationId="{ACE5FC1A-9DCB-5DD5-B325-1522D40EA1BD}"/>
          </ac:spMkLst>
        </pc:spChg>
        <pc:spChg chg="add mod">
          <ac:chgData name="興毅 蔣" userId="adf38349715d3611" providerId="LiveId" clId="{26FB1179-0797-4165-9455-8AB56E85C4A2}" dt="2025-09-30T07:46:38.146" v="534" actId="1076"/>
          <ac:spMkLst>
            <pc:docMk/>
            <pc:sldMk cId="319861626" sldId="257"/>
            <ac:spMk id="20" creationId="{2AB49BAD-6CB9-E40E-CD72-06AF63E14A8A}"/>
          </ac:spMkLst>
        </pc:spChg>
        <pc:spChg chg="add mod">
          <ac:chgData name="興毅 蔣" userId="adf38349715d3611" providerId="LiveId" clId="{26FB1179-0797-4165-9455-8AB56E85C4A2}" dt="2025-09-30T07:47:26.293" v="570" actId="1076"/>
          <ac:spMkLst>
            <pc:docMk/>
            <pc:sldMk cId="319861626" sldId="257"/>
            <ac:spMk id="21" creationId="{69E5F911-F6F6-ECD9-BC87-27C2CB334C89}"/>
          </ac:spMkLst>
        </pc:spChg>
        <pc:spChg chg="add mod">
          <ac:chgData name="興毅 蔣" userId="adf38349715d3611" providerId="LiveId" clId="{26FB1179-0797-4165-9455-8AB56E85C4A2}" dt="2025-09-30T07:41:27.511" v="410" actId="1076"/>
          <ac:spMkLst>
            <pc:docMk/>
            <pc:sldMk cId="319861626" sldId="257"/>
            <ac:spMk id="22" creationId="{313141FF-65B8-2DB4-FAD6-9F0B0478E278}"/>
          </ac:spMkLst>
        </pc:spChg>
        <pc:spChg chg="add mod">
          <ac:chgData name="興毅 蔣" userId="adf38349715d3611" providerId="LiveId" clId="{26FB1179-0797-4165-9455-8AB56E85C4A2}" dt="2025-09-30T07:43:40.822" v="422" actId="207"/>
          <ac:spMkLst>
            <pc:docMk/>
            <pc:sldMk cId="319861626" sldId="257"/>
            <ac:spMk id="23" creationId="{95570E9B-066A-81F4-00AD-184AF856CB9F}"/>
          </ac:spMkLst>
        </pc:spChg>
        <pc:picChg chg="add del mod modCrop">
          <ac:chgData name="興毅 蔣" userId="adf38349715d3611" providerId="LiveId" clId="{26FB1179-0797-4165-9455-8AB56E85C4A2}" dt="2025-09-30T07:10:47.789" v="11" actId="478"/>
          <ac:picMkLst>
            <pc:docMk/>
            <pc:sldMk cId="319861626" sldId="257"/>
            <ac:picMk id="5" creationId="{1C63F02D-A6F7-0DD7-744E-D79E20A83AD8}"/>
          </ac:picMkLst>
        </pc:picChg>
        <pc:picChg chg="add mod modCrop">
          <ac:chgData name="興毅 蔣" userId="adf38349715d3611" providerId="LiveId" clId="{26FB1179-0797-4165-9455-8AB56E85C4A2}" dt="2025-09-30T07:53:28.589" v="701" actId="1076"/>
          <ac:picMkLst>
            <pc:docMk/>
            <pc:sldMk cId="319861626" sldId="257"/>
            <ac:picMk id="9" creationId="{23DCBA63-428F-FC36-632B-AF856AD65E4E}"/>
          </ac:picMkLst>
        </pc:picChg>
      </pc:sldChg>
      <pc:sldChg chg="addSp delSp modSp new mod">
        <pc:chgData name="興毅 蔣" userId="adf38349715d3611" providerId="LiveId" clId="{26FB1179-0797-4165-9455-8AB56E85C4A2}" dt="2025-09-30T08:27:55.948" v="1072" actId="1076"/>
        <pc:sldMkLst>
          <pc:docMk/>
          <pc:sldMk cId="3927922252" sldId="258"/>
        </pc:sldMkLst>
        <pc:spChg chg="del">
          <ac:chgData name="興毅 蔣" userId="adf38349715d3611" providerId="LiveId" clId="{26FB1179-0797-4165-9455-8AB56E85C4A2}" dt="2025-09-30T07:58:01.522" v="758" actId="478"/>
          <ac:spMkLst>
            <pc:docMk/>
            <pc:sldMk cId="3927922252" sldId="258"/>
            <ac:spMk id="2" creationId="{7AFA788F-CA78-2781-A5F5-7D063443135A}"/>
          </ac:spMkLst>
        </pc:spChg>
        <pc:spChg chg="del">
          <ac:chgData name="興毅 蔣" userId="adf38349715d3611" providerId="LiveId" clId="{26FB1179-0797-4165-9455-8AB56E85C4A2}" dt="2025-09-30T07:58:04.064" v="759" actId="478"/>
          <ac:spMkLst>
            <pc:docMk/>
            <pc:sldMk cId="3927922252" sldId="258"/>
            <ac:spMk id="3" creationId="{C29D4E2A-6980-E6CB-24FD-559D5CD4D0A4}"/>
          </ac:spMkLst>
        </pc:spChg>
        <pc:spChg chg="add del mod">
          <ac:chgData name="興毅 蔣" userId="adf38349715d3611" providerId="LiveId" clId="{26FB1179-0797-4165-9455-8AB56E85C4A2}" dt="2025-09-30T08:10:36.627" v="817"/>
          <ac:spMkLst>
            <pc:docMk/>
            <pc:sldMk cId="3927922252" sldId="258"/>
            <ac:spMk id="6" creationId="{6534FE73-B68D-5C96-0190-F7F63D679F3C}"/>
          </ac:spMkLst>
        </pc:spChg>
        <pc:spChg chg="add mod">
          <ac:chgData name="興毅 蔣" userId="adf38349715d3611" providerId="LiveId" clId="{26FB1179-0797-4165-9455-8AB56E85C4A2}" dt="2025-09-30T08:18:48.010" v="900" actId="207"/>
          <ac:spMkLst>
            <pc:docMk/>
            <pc:sldMk cId="3927922252" sldId="258"/>
            <ac:spMk id="7" creationId="{60A8CC3B-B032-DBE4-9923-199551B67711}"/>
          </ac:spMkLst>
        </pc:spChg>
        <pc:spChg chg="add mod">
          <ac:chgData name="興毅 蔣" userId="adf38349715d3611" providerId="LiveId" clId="{26FB1179-0797-4165-9455-8AB56E85C4A2}" dt="2025-09-30T08:18:52.729" v="901" actId="207"/>
          <ac:spMkLst>
            <pc:docMk/>
            <pc:sldMk cId="3927922252" sldId="258"/>
            <ac:spMk id="8" creationId="{68596E6C-C6AA-6EE9-CCCC-F938686D98F5}"/>
          </ac:spMkLst>
        </pc:spChg>
        <pc:spChg chg="add mod">
          <ac:chgData name="興毅 蔣" userId="adf38349715d3611" providerId="LiveId" clId="{26FB1179-0797-4165-9455-8AB56E85C4A2}" dt="2025-09-30T08:18:19.379" v="898" actId="1076"/>
          <ac:spMkLst>
            <pc:docMk/>
            <pc:sldMk cId="3927922252" sldId="258"/>
            <ac:spMk id="9" creationId="{9CD031EB-29BE-45A8-BE1D-B3F2E0C98DF4}"/>
          </ac:spMkLst>
        </pc:spChg>
        <pc:spChg chg="add mod">
          <ac:chgData name="興毅 蔣" userId="adf38349715d3611" providerId="LiveId" clId="{26FB1179-0797-4165-9455-8AB56E85C4A2}" dt="2025-09-30T08:18:11.435" v="897" actId="1076"/>
          <ac:spMkLst>
            <pc:docMk/>
            <pc:sldMk cId="3927922252" sldId="258"/>
            <ac:spMk id="10" creationId="{48545339-41E6-8B1A-40FE-2EDA6D594372}"/>
          </ac:spMkLst>
        </pc:spChg>
        <pc:spChg chg="add mod">
          <ac:chgData name="興毅 蔣" userId="adf38349715d3611" providerId="LiveId" clId="{26FB1179-0797-4165-9455-8AB56E85C4A2}" dt="2025-09-30T08:18:23.368" v="899" actId="1076"/>
          <ac:spMkLst>
            <pc:docMk/>
            <pc:sldMk cId="3927922252" sldId="258"/>
            <ac:spMk id="11" creationId="{48098D25-AF6C-09BF-98BE-837A915C504D}"/>
          </ac:spMkLst>
        </pc:spChg>
        <pc:spChg chg="add mod">
          <ac:chgData name="興毅 蔣" userId="adf38349715d3611" providerId="LiveId" clId="{26FB1179-0797-4165-9455-8AB56E85C4A2}" dt="2025-09-30T08:17:59.835" v="895" actId="1076"/>
          <ac:spMkLst>
            <pc:docMk/>
            <pc:sldMk cId="3927922252" sldId="258"/>
            <ac:spMk id="12" creationId="{FD07BF3E-2E29-AAEA-8C6A-689D8768A055}"/>
          </ac:spMkLst>
        </pc:spChg>
        <pc:spChg chg="add mod">
          <ac:chgData name="興毅 蔣" userId="adf38349715d3611" providerId="LiveId" clId="{26FB1179-0797-4165-9455-8AB56E85C4A2}" dt="2025-09-30T08:20:58.892" v="953" actId="1076"/>
          <ac:spMkLst>
            <pc:docMk/>
            <pc:sldMk cId="3927922252" sldId="258"/>
            <ac:spMk id="13" creationId="{8F0E9696-C085-EBF8-6A64-6EF490EC96AA}"/>
          </ac:spMkLst>
        </pc:spChg>
        <pc:spChg chg="add mod">
          <ac:chgData name="興毅 蔣" userId="adf38349715d3611" providerId="LiveId" clId="{26FB1179-0797-4165-9455-8AB56E85C4A2}" dt="2025-09-30T08:21:55.455" v="978" actId="1076"/>
          <ac:spMkLst>
            <pc:docMk/>
            <pc:sldMk cId="3927922252" sldId="258"/>
            <ac:spMk id="14" creationId="{47FA0278-E7D7-D125-04A5-F176620BD782}"/>
          </ac:spMkLst>
        </pc:spChg>
        <pc:spChg chg="add mod">
          <ac:chgData name="興毅 蔣" userId="adf38349715d3611" providerId="LiveId" clId="{26FB1179-0797-4165-9455-8AB56E85C4A2}" dt="2025-09-30T08:25:43.134" v="1033" actId="1076"/>
          <ac:spMkLst>
            <pc:docMk/>
            <pc:sldMk cId="3927922252" sldId="258"/>
            <ac:spMk id="15" creationId="{A9FECA46-F0C5-1CF9-A5DC-99EC5B2C96BF}"/>
          </ac:spMkLst>
        </pc:spChg>
        <pc:spChg chg="add mod">
          <ac:chgData name="興毅 蔣" userId="adf38349715d3611" providerId="LiveId" clId="{26FB1179-0797-4165-9455-8AB56E85C4A2}" dt="2025-09-30T08:27:55.948" v="1072" actId="1076"/>
          <ac:spMkLst>
            <pc:docMk/>
            <pc:sldMk cId="3927922252" sldId="258"/>
            <ac:spMk id="16" creationId="{5B323A5E-E848-FE69-AE96-9E1977FDA281}"/>
          </ac:spMkLst>
        </pc:spChg>
        <pc:spChg chg="add del mod">
          <ac:chgData name="興毅 蔣" userId="adf38349715d3611" providerId="LiveId" clId="{26FB1179-0797-4165-9455-8AB56E85C4A2}" dt="2025-09-30T08:27:38.716" v="1070" actId="478"/>
          <ac:spMkLst>
            <pc:docMk/>
            <pc:sldMk cId="3927922252" sldId="258"/>
            <ac:spMk id="17" creationId="{68D07BB1-2655-44F7-7C82-AE3029DE788F}"/>
          </ac:spMkLst>
        </pc:spChg>
        <pc:spChg chg="add mod">
          <ac:chgData name="興毅 蔣" userId="adf38349715d3611" providerId="LiveId" clId="{26FB1179-0797-4165-9455-8AB56E85C4A2}" dt="2025-09-30T08:27:45.995" v="1071" actId="1076"/>
          <ac:spMkLst>
            <pc:docMk/>
            <pc:sldMk cId="3927922252" sldId="258"/>
            <ac:spMk id="18" creationId="{BCA00DF4-EFEE-1D46-21D4-60D0C319180B}"/>
          </ac:spMkLst>
        </pc:spChg>
        <pc:picChg chg="add mod modCrop">
          <ac:chgData name="興毅 蔣" userId="adf38349715d3611" providerId="LiveId" clId="{26FB1179-0797-4165-9455-8AB56E85C4A2}" dt="2025-09-30T08:10:55.570" v="820" actId="1076"/>
          <ac:picMkLst>
            <pc:docMk/>
            <pc:sldMk cId="3927922252" sldId="258"/>
            <ac:picMk id="5" creationId="{B662664A-D65B-A04F-F697-964152A70847}"/>
          </ac:picMkLst>
        </pc:picChg>
      </pc:sldChg>
      <pc:sldChg chg="delSp new mod">
        <pc:chgData name="興毅 蔣" userId="adf38349715d3611" providerId="LiveId" clId="{26FB1179-0797-4165-9455-8AB56E85C4A2}" dt="2025-09-30T07:57:55.197" v="757" actId="478"/>
        <pc:sldMkLst>
          <pc:docMk/>
          <pc:sldMk cId="2403038418" sldId="259"/>
        </pc:sldMkLst>
        <pc:spChg chg="del">
          <ac:chgData name="興毅 蔣" userId="adf38349715d3611" providerId="LiveId" clId="{26FB1179-0797-4165-9455-8AB56E85C4A2}" dt="2025-09-30T07:57:52.439" v="756" actId="478"/>
          <ac:spMkLst>
            <pc:docMk/>
            <pc:sldMk cId="2403038418" sldId="259"/>
            <ac:spMk id="2" creationId="{B8802671-0694-9853-88DC-835D45A5DE00}"/>
          </ac:spMkLst>
        </pc:spChg>
        <pc:spChg chg="del">
          <ac:chgData name="興毅 蔣" userId="adf38349715d3611" providerId="LiveId" clId="{26FB1179-0797-4165-9455-8AB56E85C4A2}" dt="2025-09-30T07:57:55.197" v="757" actId="478"/>
          <ac:spMkLst>
            <pc:docMk/>
            <pc:sldMk cId="2403038418" sldId="259"/>
            <ac:spMk id="3" creationId="{4A24EE47-D186-A64E-9876-B189D183BF5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80E142-8A53-4877-A7BF-72EB130A753C}" type="datetimeFigureOut">
              <a:rPr lang="zh-TW" altLang="en-US" smtClean="0"/>
              <a:t>2025/9/30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2B9D1B-AD31-4E65-A20B-A6F7C8EEE56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6945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2B9D1B-AD31-4E65-A20B-A6F7C8EEE56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9970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219EA4-4769-CAA7-BB18-CBE11729B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CAD8B97-38D5-7CEA-A99D-4C55485EEA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1438E53-27BE-82A5-62B1-7C7267074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94F07-12D9-4924-9EC0-FA3077EF18DB}" type="datetimeFigureOut">
              <a:rPr lang="zh-TW" altLang="en-US" smtClean="0"/>
              <a:t>2025/9/30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5331F92-3A16-A51C-56C4-3E73868A2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595C63B-8E24-F087-9B5E-7BD7533EC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7AB6C-1530-4532-94BC-57EB893BEA3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4053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9C8A7B-EFB9-DF12-5E63-91504219D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A2385FB-59E0-0018-6777-1A51C3C4ED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279B795-07AD-3B2E-9461-66EC6CC9D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94F07-12D9-4924-9EC0-FA3077EF18DB}" type="datetimeFigureOut">
              <a:rPr lang="zh-TW" altLang="en-US" smtClean="0"/>
              <a:t>2025/9/30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069A3EB-1993-CCCD-D289-A4EDD4ED8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5C66619-B3D9-FA27-9D3A-8F137B1BB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7AB6C-1530-4532-94BC-57EB893BEA3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4863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D60B08-8268-DF82-5A9D-37F47EE1C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754A6EA-85A3-455A-D5DE-65A1E5ABD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0E5E61F-D661-4E6E-38DA-A7C316A2E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94F07-12D9-4924-9EC0-FA3077EF18DB}" type="datetimeFigureOut">
              <a:rPr lang="zh-TW" altLang="en-US" smtClean="0"/>
              <a:t>2025/9/30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4FBD449-B59E-4F75-B10A-9561FE5AC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C8B4B15-5B41-4AA0-3D15-9C9D5EAED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7AB6C-1530-4532-94BC-57EB893BEA3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5553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77FEAB-3C31-9987-7676-51A916006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FE4ABC8-39A5-1A65-7A67-E587F99AAE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AFFBB24-0EAC-3069-3F0B-325E39B7E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B9D5868-5E77-9BD8-F268-A10A52327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94F07-12D9-4924-9EC0-FA3077EF18DB}" type="datetimeFigureOut">
              <a:rPr lang="zh-TW" altLang="en-US" smtClean="0"/>
              <a:t>2025/9/30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E29A85A-7433-6A65-F255-44C6B2DC9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70B1C86-C132-75E6-862F-FD42FBB0F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7AB6C-1530-4532-94BC-57EB893BEA3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943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680C3F-6ED1-188F-691D-A024E8A09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72DE809-1041-AB7A-F0ED-206997702B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3261D23-386D-2FA1-4D4B-61D6B82282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BBAE3BA-9A01-D24B-DFD7-DBF80CF45C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5E76CA2-EB78-8BC7-EA2B-E863A45750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C7E3C90-B5E3-F45A-4819-927010F39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94F07-12D9-4924-9EC0-FA3077EF18DB}" type="datetimeFigureOut">
              <a:rPr lang="zh-TW" altLang="en-US" smtClean="0"/>
              <a:t>2025/9/30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10EFDDC-EC01-B658-4075-D175B17C0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0140A26-03E1-FB2F-ED4E-8704F85F9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7AB6C-1530-4532-94BC-57EB893BEA3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8383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A12660-324F-98E7-BE36-FDF965138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E26966C-5A2D-5958-4A9A-C2C7CF5D2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94F07-12D9-4924-9EC0-FA3077EF18DB}" type="datetimeFigureOut">
              <a:rPr lang="zh-TW" altLang="en-US" smtClean="0"/>
              <a:t>2025/9/30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EDCC7EA-6975-A610-DCE7-A47DEF35A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02BEC51-8979-5369-C499-74F7646BC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7AB6C-1530-4532-94BC-57EB893BEA3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3143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0FC04CF-B124-762A-C88D-C92C18710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94F07-12D9-4924-9EC0-FA3077EF18DB}" type="datetimeFigureOut">
              <a:rPr lang="zh-TW" altLang="en-US" smtClean="0"/>
              <a:t>2025/9/30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A7DFFF0-5F74-481E-3B25-0058DF306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438250B-8206-9555-29AE-BD47CE5BC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7AB6C-1530-4532-94BC-57EB893BEA3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158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9A207-7248-6A58-C586-B6CEEB413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07635CC-F1C2-468A-BA77-71AE674FD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ABB38C8-6C04-112D-1C73-81A5CD6D31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1D292CA-585D-E37C-4B29-D62E110EB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94F07-12D9-4924-9EC0-FA3077EF18DB}" type="datetimeFigureOut">
              <a:rPr lang="zh-TW" altLang="en-US" smtClean="0"/>
              <a:t>2025/9/30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41D7130-C303-5379-0ABE-A2C4B9E91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A33745-8367-A48F-FFC5-93DEBDCD5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7AB6C-1530-4532-94BC-57EB893BEA3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0312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E61E16-E43E-9F6E-FB92-161FD44BA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3401FD5-C00C-3494-2BE5-20FA678DD0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9426A87-ADF9-A804-5789-0F413AB0E6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599D3A7-0B3D-CD8D-08DA-54165B84B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94F07-12D9-4924-9EC0-FA3077EF18DB}" type="datetimeFigureOut">
              <a:rPr lang="zh-TW" altLang="en-US" smtClean="0"/>
              <a:t>2025/9/30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F13B417-BC19-08CB-6047-1693D22BC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0E2341B-5679-B0E1-BEA1-5CFC91C40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7AB6C-1530-4532-94BC-57EB893BEA3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5533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80A171-6F60-92EB-5EEB-28460A664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58E696C-B77C-9DE4-04B9-D9A19BAD69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A29336E-3758-9202-8C2F-40B80B282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94F07-12D9-4924-9EC0-FA3077EF18DB}" type="datetimeFigureOut">
              <a:rPr lang="zh-TW" altLang="en-US" smtClean="0"/>
              <a:t>2025/9/30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A5F3DD7-93F0-D8FC-0B10-726FC4BDE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A48C662-F2F2-F115-BDF6-127B85E8E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7AB6C-1530-4532-94BC-57EB893BEA3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7739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107C49B-5ED5-0540-217A-A74D36CDEB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CA30DCA-2D76-BCC0-922C-9FF5AA8398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4FE710B-41C7-F28D-C83D-9AA3AC674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94F07-12D9-4924-9EC0-FA3077EF18DB}" type="datetimeFigureOut">
              <a:rPr lang="zh-TW" altLang="en-US" smtClean="0"/>
              <a:t>2025/9/30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A4061FF-E20B-C0F8-56D3-A5FB8F8CE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93068B7-A7EF-5B88-BCE5-091C86E42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7AB6C-1530-4532-94BC-57EB893BEA3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4069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D1F40AF-49B9-5CDF-AD88-B60B055C6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04D5C7D-AC88-9A3A-18C4-E3C9486C7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646809C-7633-67A9-BAC1-86EF8351A7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594F07-12D9-4924-9EC0-FA3077EF18DB}" type="datetimeFigureOut">
              <a:rPr lang="zh-TW" altLang="en-US" smtClean="0"/>
              <a:t>2025/9/30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224189A-7D28-E241-0173-E97A213645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C67164E-A48C-F23A-D3DD-F20B21A31D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57AB6C-1530-4532-94BC-57EB893BEA3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8224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文字, 螢幕擷取畫面, 圖表, 方案 的圖片&#10;&#10;AI 產生的內容可能不正確。">
            <a:extLst>
              <a:ext uri="{FF2B5EF4-FFF2-40B4-BE49-F238E27FC236}">
                <a16:creationId xmlns:a16="http://schemas.microsoft.com/office/drawing/2014/main" id="{DB36F961-C42A-8EC1-9635-AEFBACF2F8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01"/>
          <a:stretch>
            <a:fillRect/>
          </a:stretch>
        </p:blipFill>
        <p:spPr>
          <a:xfrm>
            <a:off x="2396907" y="0"/>
            <a:ext cx="7398185" cy="6858000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8A8824D2-A4E7-BFCD-8DA2-6FC4D86625F2}"/>
              </a:ext>
            </a:extLst>
          </p:cNvPr>
          <p:cNvSpPr txBox="1"/>
          <p:nvPr/>
        </p:nvSpPr>
        <p:spPr>
          <a:xfrm>
            <a:off x="3570515" y="424542"/>
            <a:ext cx="4310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Noto Sans HK" panose="020B0200000000000000" pitchFamily="34" charset="-128"/>
                <a:ea typeface="Noto Sans HK" panose="020B0200000000000000" pitchFamily="34" charset="-128"/>
              </a:rPr>
              <a:t>可攜式呼吸氣體疾病篩檢儀器系統架構圖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5150D93-B600-E41F-CC8D-766DE8309F9C}"/>
              </a:ext>
            </a:extLst>
          </p:cNvPr>
          <p:cNvSpPr txBox="1"/>
          <p:nvPr/>
        </p:nvSpPr>
        <p:spPr>
          <a:xfrm>
            <a:off x="2903002" y="1665861"/>
            <a:ext cx="961862" cy="284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latin typeface="Noto Sans HK" panose="020B0200000000000000" pitchFamily="34" charset="-128"/>
                <a:ea typeface="Noto Sans HK" panose="020B0200000000000000" pitchFamily="34" charset="-128"/>
              </a:rPr>
              <a:t>使用者介面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0A0F967-EF1A-9BAA-5EA3-14A11A1C3751}"/>
              </a:ext>
            </a:extLst>
          </p:cNvPr>
          <p:cNvSpPr txBox="1"/>
          <p:nvPr/>
        </p:nvSpPr>
        <p:spPr>
          <a:xfrm>
            <a:off x="4558631" y="1673719"/>
            <a:ext cx="1184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latin typeface="Noto Sans HK" panose="020B0200000000000000" pitchFamily="34" charset="-128"/>
                <a:ea typeface="Noto Sans HK" panose="020B0200000000000000" pitchFamily="34" charset="-128"/>
              </a:rPr>
              <a:t>感測與前處理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E7F66B1-7971-44DD-2231-11A69FA54182}"/>
              </a:ext>
            </a:extLst>
          </p:cNvPr>
          <p:cNvSpPr txBox="1"/>
          <p:nvPr/>
        </p:nvSpPr>
        <p:spPr>
          <a:xfrm>
            <a:off x="6430099" y="1665859"/>
            <a:ext cx="1254470" cy="284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latin typeface="Noto Sans HK" panose="020B0200000000000000" pitchFamily="34" charset="-128"/>
                <a:ea typeface="Noto Sans HK" panose="020B0200000000000000" pitchFamily="34" charset="-128"/>
              </a:rPr>
              <a:t>數據處理與判斷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C138D3B-55B1-C0F2-48F3-22AE2637DFED}"/>
              </a:ext>
            </a:extLst>
          </p:cNvPr>
          <p:cNvSpPr txBox="1"/>
          <p:nvPr/>
        </p:nvSpPr>
        <p:spPr>
          <a:xfrm>
            <a:off x="8540498" y="1665858"/>
            <a:ext cx="512062" cy="284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latin typeface="Noto Sans HK" panose="020B0200000000000000" pitchFamily="34" charset="-128"/>
                <a:ea typeface="Noto Sans HK" panose="020B0200000000000000" pitchFamily="34" charset="-128"/>
              </a:rPr>
              <a:t>輸出</a:t>
            </a:r>
          </a:p>
        </p:txBody>
      </p:sp>
    </p:spTree>
    <p:extLst>
      <p:ext uri="{BB962C8B-B14F-4D97-AF65-F5344CB8AC3E}">
        <p14:creationId xmlns:p14="http://schemas.microsoft.com/office/powerpoint/2010/main" val="1961113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 descr="一張含有 螢幕擷取畫面, 文字, 圖表, Rectangle 的圖片&#10;&#10;AI 產生的內容可能不正確。">
            <a:extLst>
              <a:ext uri="{FF2B5EF4-FFF2-40B4-BE49-F238E27FC236}">
                <a16:creationId xmlns:a16="http://schemas.microsoft.com/office/drawing/2014/main" id="{23DCBA63-428F-FC36-632B-AF856AD65E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53"/>
          <a:stretch>
            <a:fillRect/>
          </a:stretch>
        </p:blipFill>
        <p:spPr>
          <a:xfrm>
            <a:off x="1939103" y="0"/>
            <a:ext cx="8313791" cy="6858000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55219F0B-B3B5-F8C5-75C1-981965F66A76}"/>
              </a:ext>
            </a:extLst>
          </p:cNvPr>
          <p:cNvSpPr txBox="1"/>
          <p:nvPr/>
        </p:nvSpPr>
        <p:spPr>
          <a:xfrm>
            <a:off x="1676399" y="337458"/>
            <a:ext cx="883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zh-TW" sz="1400" b="1" dirty="0">
                <a:latin typeface="Noto Sans HK" panose="020B0200000000000000" pitchFamily="34" charset="-128"/>
                <a:ea typeface="Noto Sans HK" panose="020B0200000000000000" pitchFamily="34" charset="-128"/>
              </a:rPr>
              <a:t>健康氣味雷達：非侵入式病理檢測方案</a:t>
            </a:r>
            <a:endParaRPr lang="zh-TW" altLang="zh-TW" sz="1400" dirty="0">
              <a:latin typeface="Noto Sans HK" panose="020B0200000000000000" pitchFamily="34" charset="-128"/>
              <a:ea typeface="Noto Sans HK" panose="020B0200000000000000" pitchFamily="34" charset="-128"/>
            </a:endParaRPr>
          </a:p>
          <a:p>
            <a:pPr algn="ctr"/>
            <a:r>
              <a:rPr lang="en-US" altLang="zh-TW" sz="1400" b="1" dirty="0"/>
              <a:t>Health Odor Radar: A Non-Invasive Solution for Pathological Condition Screening</a:t>
            </a:r>
            <a:endParaRPr lang="zh-TW" altLang="en-US" sz="1400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1324C78-F877-4CBE-6DBF-8FCA293CE1F9}"/>
              </a:ext>
            </a:extLst>
          </p:cNvPr>
          <p:cNvSpPr txBox="1"/>
          <p:nvPr/>
        </p:nvSpPr>
        <p:spPr>
          <a:xfrm>
            <a:off x="1785257" y="2949324"/>
            <a:ext cx="17743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b="1" dirty="0">
                <a:latin typeface="Noto Sans HK" panose="020B0200000000000000" pitchFamily="34" charset="-128"/>
                <a:ea typeface="Noto Sans HK" panose="020B0200000000000000" pitchFamily="34" charset="-128"/>
              </a:rPr>
              <a:t>呼吸樣本採集</a:t>
            </a:r>
            <a:r>
              <a:rPr lang="en-US" altLang="zh-TW" sz="1200" b="1" dirty="0">
                <a:latin typeface="Noto Sans HK" panose="020B0200000000000000" pitchFamily="34" charset="-128"/>
                <a:ea typeface="Noto Sans HK" panose="020B0200000000000000" pitchFamily="34" charset="-128"/>
              </a:rPr>
              <a:t>(</a:t>
            </a:r>
            <a:r>
              <a:rPr lang="zh-TW" altLang="en-US" sz="1200" b="1" dirty="0">
                <a:latin typeface="Noto Sans HK" panose="020B0200000000000000" pitchFamily="34" charset="-128"/>
                <a:ea typeface="Noto Sans HK" panose="020B0200000000000000" pitchFamily="34" charset="-128"/>
              </a:rPr>
              <a:t>口腔</a:t>
            </a:r>
            <a:r>
              <a:rPr lang="en-US" altLang="zh-TW" sz="1200" b="1" dirty="0">
                <a:latin typeface="Noto Sans HK" panose="020B0200000000000000" pitchFamily="34" charset="-128"/>
                <a:ea typeface="Noto Sans HK" panose="020B0200000000000000" pitchFamily="34" charset="-128"/>
              </a:rPr>
              <a:t>)</a:t>
            </a:r>
            <a:endParaRPr lang="zh-TW" altLang="en-US" sz="1200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A5289D0-F54B-A7E6-2B9F-C7E2E15E1174}"/>
              </a:ext>
            </a:extLst>
          </p:cNvPr>
          <p:cNvSpPr txBox="1"/>
          <p:nvPr/>
        </p:nvSpPr>
        <p:spPr>
          <a:xfrm>
            <a:off x="4239985" y="2301759"/>
            <a:ext cx="114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b="1" dirty="0">
                <a:latin typeface="Noto Sans HK" panose="020B0200000000000000" pitchFamily="34" charset="-128"/>
                <a:ea typeface="Noto Sans HK" panose="020B0200000000000000" pitchFamily="34" charset="-128"/>
              </a:rPr>
              <a:t>多通道氣體</a:t>
            </a:r>
            <a:endParaRPr lang="en-US" altLang="zh-TW" sz="1200" b="1" dirty="0">
              <a:latin typeface="Noto Sans HK" panose="020B0200000000000000" pitchFamily="34" charset="-128"/>
              <a:ea typeface="Noto Sans HK" panose="020B0200000000000000" pitchFamily="34" charset="-128"/>
            </a:endParaRPr>
          </a:p>
          <a:p>
            <a:pPr algn="ctr"/>
            <a:r>
              <a:rPr lang="zh-TW" altLang="en-US" sz="1200" b="1" dirty="0">
                <a:latin typeface="Noto Sans HK" panose="020B0200000000000000" pitchFamily="34" charset="-128"/>
                <a:ea typeface="Noto Sans HK" panose="020B0200000000000000" pitchFamily="34" charset="-128"/>
              </a:rPr>
              <a:t>感測器陣列</a:t>
            </a:r>
            <a:endParaRPr lang="zh-TW" altLang="en-US" sz="1200" b="1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8DC4E0B-7CE6-1977-A16A-E60B13C8711F}"/>
              </a:ext>
            </a:extLst>
          </p:cNvPr>
          <p:cNvSpPr txBox="1"/>
          <p:nvPr/>
        </p:nvSpPr>
        <p:spPr>
          <a:xfrm>
            <a:off x="3925840" y="3293593"/>
            <a:ext cx="1771290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b="1" dirty="0">
                <a:solidFill>
                  <a:schemeClr val="bg1"/>
                </a:solidFill>
                <a:latin typeface="Noto Sans HK" panose="020B0200000000000000" pitchFamily="34" charset="-128"/>
                <a:ea typeface="Noto Sans HK" panose="020B0200000000000000" pitchFamily="34" charset="-128"/>
              </a:rPr>
              <a:t>Raspberry Pi5</a:t>
            </a:r>
            <a:endParaRPr lang="en-US" altLang="zh-TW" sz="1200" b="1" dirty="0">
              <a:solidFill>
                <a:schemeClr val="bg1"/>
              </a:solidFill>
              <a:latin typeface="Noto Sans HK" panose="020B0200000000000000" pitchFamily="34" charset="-128"/>
              <a:ea typeface="Noto Sans HK" panose="020B0200000000000000" pitchFamily="34" charset="-128"/>
            </a:endParaRPr>
          </a:p>
          <a:p>
            <a:pPr algn="ctr">
              <a:spcBef>
                <a:spcPts val="600"/>
              </a:spcBef>
            </a:pPr>
            <a:r>
              <a:rPr lang="en-US" altLang="zh-TW" sz="1200" dirty="0">
                <a:solidFill>
                  <a:schemeClr val="bg1"/>
                </a:solidFill>
                <a:latin typeface="Noto Sans HK" panose="020B0200000000000000" pitchFamily="34" charset="-128"/>
                <a:ea typeface="Noto Sans HK" panose="020B0200000000000000" pitchFamily="34" charset="-128"/>
              </a:rPr>
              <a:t>(</a:t>
            </a:r>
            <a:r>
              <a:rPr lang="zh-TW" altLang="en-US" sz="1200" dirty="0">
                <a:solidFill>
                  <a:schemeClr val="bg1"/>
                </a:solidFill>
                <a:latin typeface="Noto Sans HK" panose="020B0200000000000000" pitchFamily="34" charset="-128"/>
                <a:ea typeface="Noto Sans HK" panose="020B0200000000000000" pitchFamily="34" charset="-128"/>
              </a:rPr>
              <a:t>附加</a:t>
            </a:r>
            <a:r>
              <a:rPr lang="en-US" altLang="zh-TW" sz="1200" dirty="0">
                <a:solidFill>
                  <a:schemeClr val="bg1"/>
                </a:solidFill>
                <a:latin typeface="Noto Sans HK" panose="020B0200000000000000" pitchFamily="34" charset="-128"/>
                <a:ea typeface="Noto Sans HK" panose="020B0200000000000000" pitchFamily="34" charset="-128"/>
              </a:rPr>
              <a:t>Edge TPU</a:t>
            </a:r>
          </a:p>
          <a:p>
            <a:pPr algn="ctr"/>
            <a:r>
              <a:rPr lang="zh-TW" altLang="en-US" sz="1200" dirty="0">
                <a:solidFill>
                  <a:schemeClr val="bg1"/>
                </a:solidFill>
                <a:latin typeface="Noto Sans HK" panose="020B0200000000000000" pitchFamily="34" charset="-128"/>
                <a:ea typeface="Noto Sans HK" panose="020B0200000000000000" pitchFamily="34" charset="-128"/>
              </a:rPr>
              <a:t>加速器</a:t>
            </a:r>
            <a:r>
              <a:rPr lang="en-US" altLang="zh-TW" sz="1200" dirty="0">
                <a:solidFill>
                  <a:schemeClr val="bg1"/>
                </a:solidFill>
                <a:latin typeface="Noto Sans HK" panose="020B0200000000000000" pitchFamily="34" charset="-128"/>
                <a:ea typeface="Noto Sans HK" panose="020B0200000000000000" pitchFamily="34" charset="-128"/>
              </a:rPr>
              <a:t>)</a:t>
            </a:r>
            <a:endParaRPr lang="zh-TW" altLang="en-US" sz="1200" dirty="0">
              <a:solidFill>
                <a:schemeClr val="bg1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6A4F2F9B-87FA-835E-F193-A1C823B0AA2D}"/>
              </a:ext>
            </a:extLst>
          </p:cNvPr>
          <p:cNvSpPr txBox="1"/>
          <p:nvPr/>
        </p:nvSpPr>
        <p:spPr>
          <a:xfrm>
            <a:off x="4136571" y="4791217"/>
            <a:ext cx="13498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b="1" dirty="0">
                <a:latin typeface="Noto Sans HK" panose="020B0200000000000000" pitchFamily="34" charset="-128"/>
                <a:ea typeface="Noto Sans HK" panose="020B0200000000000000" pitchFamily="34" charset="-128"/>
              </a:rPr>
              <a:t>電源管理模組</a:t>
            </a:r>
            <a:endParaRPr lang="en-US" altLang="zh-TW" sz="1200" b="1" dirty="0">
              <a:latin typeface="Noto Sans HK" panose="020B0200000000000000" pitchFamily="34" charset="-128"/>
              <a:ea typeface="Noto Sans HK" panose="020B0200000000000000" pitchFamily="34" charset="-128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E1A3DE4C-A5D2-E5E9-FE30-04837C90DD52}"/>
              </a:ext>
            </a:extLst>
          </p:cNvPr>
          <p:cNvSpPr txBox="1"/>
          <p:nvPr/>
        </p:nvSpPr>
        <p:spPr>
          <a:xfrm>
            <a:off x="6095999" y="2278848"/>
            <a:ext cx="15007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b="1" dirty="0">
                <a:latin typeface="Noto Sans HK" panose="020B0200000000000000" pitchFamily="34" charset="-128"/>
                <a:ea typeface="Noto Sans HK" panose="020B0200000000000000" pitchFamily="34" charset="-128"/>
              </a:rPr>
              <a:t>原始感測器資料預處理</a:t>
            </a:r>
            <a:r>
              <a:rPr lang="en-US" altLang="zh-TW" sz="1200" b="1" dirty="0">
                <a:latin typeface="Noto Sans HK" panose="020B0200000000000000" pitchFamily="34" charset="-128"/>
                <a:ea typeface="Noto Sans HK" panose="020B0200000000000000" pitchFamily="34" charset="-128"/>
              </a:rPr>
              <a:t>(</a:t>
            </a:r>
            <a:r>
              <a:rPr lang="zh-TW" altLang="en-US" sz="1200" b="1" dirty="0">
                <a:latin typeface="Noto Sans HK" panose="020B0200000000000000" pitchFamily="34" charset="-128"/>
                <a:ea typeface="Noto Sans HK" panose="020B0200000000000000" pitchFamily="34" charset="-128"/>
              </a:rPr>
              <a:t>雜訊、放大</a:t>
            </a:r>
            <a:r>
              <a:rPr lang="en-US" altLang="zh-TW" sz="1200" b="1" dirty="0">
                <a:latin typeface="Noto Sans HK" panose="020B0200000000000000" pitchFamily="34" charset="-128"/>
                <a:ea typeface="Noto Sans HK" panose="020B0200000000000000" pitchFamily="34" charset="-128"/>
              </a:rPr>
              <a:t>)</a:t>
            </a:r>
            <a:endParaRPr lang="zh-TW" altLang="en-US" sz="1200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8BF98CDE-94DF-D22B-9A35-7C833747E51F}"/>
              </a:ext>
            </a:extLst>
          </p:cNvPr>
          <p:cNvSpPr txBox="1"/>
          <p:nvPr/>
        </p:nvSpPr>
        <p:spPr>
          <a:xfrm>
            <a:off x="6171475" y="3228076"/>
            <a:ext cx="13498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b="1" dirty="0">
                <a:solidFill>
                  <a:schemeClr val="bg1"/>
                </a:solidFill>
                <a:latin typeface="Noto Sans HK" panose="020B0200000000000000" pitchFamily="34" charset="-128"/>
                <a:ea typeface="Noto Sans HK" panose="020B0200000000000000" pitchFamily="34" charset="-128"/>
              </a:rPr>
              <a:t>特徵提取</a:t>
            </a:r>
            <a:endParaRPr lang="en-US" altLang="zh-TW" sz="1200" b="1" dirty="0">
              <a:solidFill>
                <a:schemeClr val="bg1"/>
              </a:solidFill>
              <a:latin typeface="Noto Sans HK" panose="020B0200000000000000" pitchFamily="34" charset="-128"/>
              <a:ea typeface="Noto Sans HK" panose="020B0200000000000000" pitchFamily="34" charset="-128"/>
            </a:endParaRPr>
          </a:p>
          <a:p>
            <a:pPr algn="ctr"/>
            <a:r>
              <a:rPr lang="en-US" altLang="zh-TW" sz="1200" dirty="0">
                <a:solidFill>
                  <a:schemeClr val="bg1"/>
                </a:solidFill>
                <a:latin typeface="Noto Sans HK" panose="020B0200000000000000" pitchFamily="34" charset="-128"/>
                <a:ea typeface="Noto Sans HK" panose="020B0200000000000000" pitchFamily="34" charset="-128"/>
              </a:rPr>
              <a:t>(</a:t>
            </a:r>
            <a:r>
              <a:rPr lang="zh-TW" altLang="en-US" sz="1200" dirty="0">
                <a:solidFill>
                  <a:schemeClr val="bg1"/>
                </a:solidFill>
                <a:latin typeface="Noto Sans HK" panose="020B0200000000000000" pitchFamily="34" charset="-128"/>
                <a:ea typeface="Noto Sans HK" panose="020B0200000000000000" pitchFamily="34" charset="-128"/>
              </a:rPr>
              <a:t>降噪、</a:t>
            </a:r>
            <a:r>
              <a:rPr lang="en-US" altLang="zh-TW" sz="1200" dirty="0">
                <a:solidFill>
                  <a:schemeClr val="bg1"/>
                </a:solidFill>
                <a:latin typeface="Noto Sans HK" panose="020B0200000000000000" pitchFamily="34" charset="-128"/>
                <a:ea typeface="Noto Sans HK" panose="020B0200000000000000" pitchFamily="34" charset="-128"/>
              </a:rPr>
              <a:t>PCA</a:t>
            </a:r>
          </a:p>
          <a:p>
            <a:pPr algn="ctr"/>
            <a:r>
              <a:rPr lang="zh-TW" altLang="en-US" sz="1200" dirty="0">
                <a:solidFill>
                  <a:schemeClr val="bg1"/>
                </a:solidFill>
                <a:latin typeface="Noto Sans HK" panose="020B0200000000000000" pitchFamily="34" charset="-128"/>
                <a:ea typeface="Noto Sans HK" panose="020B0200000000000000" pitchFamily="34" charset="-128"/>
              </a:rPr>
              <a:t>、</a:t>
            </a:r>
            <a:r>
              <a:rPr lang="en-US" altLang="zh-TW" sz="1200" dirty="0">
                <a:solidFill>
                  <a:schemeClr val="bg1"/>
                </a:solidFill>
                <a:latin typeface="Noto Sans HK" panose="020B0200000000000000" pitchFamily="34" charset="-128"/>
                <a:ea typeface="Noto Sans HK" panose="020B0200000000000000" pitchFamily="34" charset="-128"/>
              </a:rPr>
              <a:t>t-SNE)</a:t>
            </a:r>
            <a:endParaRPr lang="zh-TW" altLang="en-US" sz="1200" dirty="0">
              <a:solidFill>
                <a:schemeClr val="bg1"/>
              </a:solidFill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D27AA3EE-ADF6-261F-F53A-0976A36ADDC2}"/>
              </a:ext>
            </a:extLst>
          </p:cNvPr>
          <p:cNvSpPr txBox="1"/>
          <p:nvPr/>
        </p:nvSpPr>
        <p:spPr>
          <a:xfrm>
            <a:off x="6183086" y="4504726"/>
            <a:ext cx="1349828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b="1" dirty="0">
                <a:solidFill>
                  <a:schemeClr val="bg1">
                    <a:lumMod val="95000"/>
                  </a:schemeClr>
                </a:solidFill>
                <a:latin typeface="Noto Sans HK" panose="020B0200000000000000" pitchFamily="34" charset="-128"/>
                <a:ea typeface="Noto Sans HK" panose="020B0200000000000000" pitchFamily="34" charset="-128"/>
              </a:rPr>
              <a:t>Edge AI / ML</a:t>
            </a:r>
          </a:p>
          <a:p>
            <a:pPr algn="ctr"/>
            <a:r>
              <a:rPr lang="zh-TW" altLang="en-US" sz="1400" b="1" dirty="0">
                <a:solidFill>
                  <a:schemeClr val="bg1">
                    <a:lumMod val="95000"/>
                  </a:schemeClr>
                </a:solidFill>
                <a:latin typeface="Noto Sans HK" panose="020B0200000000000000" pitchFamily="34" charset="-128"/>
                <a:ea typeface="Noto Sans HK" panose="020B0200000000000000" pitchFamily="34" charset="-128"/>
              </a:rPr>
              <a:t>推理引擎</a:t>
            </a:r>
            <a:endParaRPr lang="en-US" altLang="zh-TW" sz="800" b="1" dirty="0">
              <a:solidFill>
                <a:schemeClr val="bg1">
                  <a:lumMod val="95000"/>
                </a:schemeClr>
              </a:solidFill>
              <a:latin typeface="Noto Sans HK" panose="020B0200000000000000" pitchFamily="34" charset="-128"/>
              <a:ea typeface="Noto Sans HK" panose="020B0200000000000000" pitchFamily="34" charset="-128"/>
            </a:endParaRPr>
          </a:p>
          <a:p>
            <a:pPr algn="ctr">
              <a:spcBef>
                <a:spcPts val="600"/>
              </a:spcBef>
            </a:pPr>
            <a:r>
              <a:rPr lang="en-US" altLang="zh-TW" sz="1200" dirty="0">
                <a:solidFill>
                  <a:schemeClr val="bg1">
                    <a:lumMod val="95000"/>
                  </a:schemeClr>
                </a:solidFill>
                <a:latin typeface="Noto Sans HK" panose="020B0200000000000000" pitchFamily="34" charset="-128"/>
                <a:ea typeface="Noto Sans HK" panose="020B0200000000000000" pitchFamily="34" charset="-128"/>
              </a:rPr>
              <a:t>(Edge </a:t>
            </a:r>
            <a:r>
              <a:rPr lang="en-US" altLang="zh-TW" sz="1200" dirty="0" err="1">
                <a:solidFill>
                  <a:schemeClr val="bg1">
                    <a:lumMod val="95000"/>
                  </a:schemeClr>
                </a:solidFill>
                <a:latin typeface="Noto Sans HK" panose="020B0200000000000000" pitchFamily="34" charset="-128"/>
                <a:ea typeface="Noto Sans HK" panose="020B0200000000000000" pitchFamily="34" charset="-128"/>
              </a:rPr>
              <a:t>Impule</a:t>
            </a:r>
            <a:r>
              <a:rPr lang="en-US" altLang="zh-TW" sz="1200" dirty="0">
                <a:solidFill>
                  <a:schemeClr val="bg1">
                    <a:lumMod val="95000"/>
                  </a:schemeClr>
                </a:solidFill>
                <a:latin typeface="Noto Sans HK" panose="020B0200000000000000" pitchFamily="34" charset="-128"/>
                <a:ea typeface="Noto Sans HK" panose="020B0200000000000000" pitchFamily="34" charset="-128"/>
              </a:rPr>
              <a:t> Model)</a:t>
            </a:r>
            <a:endParaRPr lang="zh-TW" alt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0DF725A2-7910-5DB7-3EB6-04D596AD9996}"/>
              </a:ext>
            </a:extLst>
          </p:cNvPr>
          <p:cNvSpPr txBox="1"/>
          <p:nvPr/>
        </p:nvSpPr>
        <p:spPr>
          <a:xfrm>
            <a:off x="8211823" y="3248396"/>
            <a:ext cx="13498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b="1" dirty="0">
                <a:latin typeface="Noto Sans HK" panose="020B0200000000000000" pitchFamily="34" charset="-128"/>
                <a:ea typeface="Noto Sans HK" panose="020B0200000000000000" pitchFamily="34" charset="-128"/>
              </a:rPr>
              <a:t>本機顯示</a:t>
            </a:r>
            <a:endParaRPr lang="en-US" altLang="zh-TW" sz="1200" b="1" dirty="0">
              <a:latin typeface="Noto Sans HK" panose="020B0200000000000000" pitchFamily="34" charset="-128"/>
              <a:ea typeface="Noto Sans HK" panose="020B0200000000000000" pitchFamily="34" charset="-128"/>
            </a:endParaRPr>
          </a:p>
          <a:p>
            <a:pPr algn="ctr"/>
            <a:r>
              <a:rPr lang="en-US" altLang="zh-TW" sz="1200" b="1" dirty="0">
                <a:latin typeface="Noto Sans HK" panose="020B0200000000000000" pitchFamily="34" charset="-128"/>
                <a:ea typeface="Noto Sans HK" panose="020B0200000000000000" pitchFamily="34" charset="-128"/>
              </a:rPr>
              <a:t>(OLED/LCD)</a:t>
            </a:r>
          </a:p>
          <a:p>
            <a:pPr algn="ctr"/>
            <a:r>
              <a:rPr lang="en-US" altLang="zh-TW" sz="1200" b="1" dirty="0">
                <a:latin typeface="Noto Sans HK" panose="020B0200000000000000" pitchFamily="34" charset="-128"/>
                <a:ea typeface="Noto Sans HK" panose="020B0200000000000000" pitchFamily="34" charset="-128"/>
              </a:rPr>
              <a:t>/</a:t>
            </a:r>
            <a:r>
              <a:rPr lang="zh-TW" altLang="en-US" sz="1200" b="1" dirty="0">
                <a:latin typeface="Noto Sans HK" panose="020B0200000000000000" pitchFamily="34" charset="-128"/>
                <a:ea typeface="Noto Sans HK" panose="020B0200000000000000" pitchFamily="34" charset="-128"/>
              </a:rPr>
              <a:t>前端顯示</a:t>
            </a:r>
            <a:r>
              <a:rPr lang="en-US" altLang="zh-TW" sz="1200" b="1" dirty="0">
                <a:latin typeface="Noto Sans HK" panose="020B0200000000000000" pitchFamily="34" charset="-128"/>
                <a:ea typeface="Noto Sans HK" panose="020B0200000000000000" pitchFamily="34" charset="-128"/>
              </a:rPr>
              <a:t>(UI)</a:t>
            </a:r>
            <a:endParaRPr lang="zh-TW" altLang="en-US" sz="1200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ACE5FC1A-9DCB-5DD5-B325-1522D40EA1BD}"/>
              </a:ext>
            </a:extLst>
          </p:cNvPr>
          <p:cNvSpPr txBox="1"/>
          <p:nvPr/>
        </p:nvSpPr>
        <p:spPr>
          <a:xfrm>
            <a:off x="8451673" y="4114836"/>
            <a:ext cx="13498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b="1" dirty="0">
                <a:solidFill>
                  <a:schemeClr val="bg1">
                    <a:lumMod val="95000"/>
                  </a:schemeClr>
                </a:solidFill>
                <a:latin typeface="Noto Sans HK" panose="020B0200000000000000" pitchFamily="34" charset="-128"/>
                <a:ea typeface="Noto Sans HK" panose="020B0200000000000000" pitchFamily="34" charset="-128"/>
              </a:rPr>
              <a:t>警告</a:t>
            </a:r>
            <a:endParaRPr lang="zh-TW" alt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2AB49BAD-6CB9-E40E-CD72-06AF63E14A8A}"/>
              </a:ext>
            </a:extLst>
          </p:cNvPr>
          <p:cNvSpPr txBox="1"/>
          <p:nvPr/>
        </p:nvSpPr>
        <p:spPr>
          <a:xfrm>
            <a:off x="8217990" y="4553300"/>
            <a:ext cx="13498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b="1" dirty="0">
                <a:latin typeface="Noto Sans HK" panose="020B0200000000000000" pitchFamily="34" charset="-128"/>
                <a:ea typeface="Noto Sans HK" panose="020B0200000000000000" pitchFamily="34" charset="-128"/>
              </a:rPr>
              <a:t>本地音訊、視訊警告</a:t>
            </a:r>
            <a:br>
              <a:rPr lang="en-US" altLang="zh-TW" sz="1200" b="1" dirty="0">
                <a:latin typeface="Noto Sans HK" panose="020B0200000000000000" pitchFamily="34" charset="-128"/>
                <a:ea typeface="Noto Sans HK" panose="020B0200000000000000" pitchFamily="34" charset="-128"/>
              </a:rPr>
            </a:br>
            <a:r>
              <a:rPr lang="en-US" altLang="zh-TW" sz="1200" dirty="0">
                <a:latin typeface="Noto Sans HK" panose="020B0200000000000000" pitchFamily="34" charset="-128"/>
                <a:ea typeface="Noto Sans HK" panose="020B0200000000000000" pitchFamily="34" charset="-128"/>
              </a:rPr>
              <a:t>(</a:t>
            </a:r>
            <a:r>
              <a:rPr lang="zh-TW" altLang="en-US" sz="1200" dirty="0">
                <a:latin typeface="Noto Sans HK" panose="020B0200000000000000" pitchFamily="34" charset="-128"/>
                <a:ea typeface="Noto Sans HK" panose="020B0200000000000000" pitchFamily="34" charset="-128"/>
              </a:rPr>
              <a:t>蜂鳴器、</a:t>
            </a:r>
            <a:r>
              <a:rPr lang="en-US" altLang="zh-TW" sz="1200" dirty="0">
                <a:latin typeface="Noto Sans HK" panose="020B0200000000000000" pitchFamily="34" charset="-128"/>
                <a:ea typeface="Noto Sans HK" panose="020B0200000000000000" pitchFamily="34" charset="-128"/>
              </a:rPr>
              <a:t>LED)</a:t>
            </a:r>
            <a:endParaRPr lang="zh-TW" altLang="en-US" sz="1200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69E5F911-F6F6-ECD9-BC87-27C2CB334C89}"/>
              </a:ext>
            </a:extLst>
          </p:cNvPr>
          <p:cNvSpPr txBox="1"/>
          <p:nvPr/>
        </p:nvSpPr>
        <p:spPr>
          <a:xfrm>
            <a:off x="8211823" y="5588199"/>
            <a:ext cx="14260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b="1" dirty="0">
                <a:latin typeface="Noto Sans HK" panose="020B0200000000000000" pitchFamily="34" charset="-128"/>
                <a:ea typeface="Noto Sans HK" panose="020B0200000000000000" pitchFamily="34" charset="-128"/>
              </a:rPr>
              <a:t>本地資料儲存</a:t>
            </a:r>
            <a:endParaRPr lang="en-US" altLang="zh-TW" sz="1200" b="1" dirty="0">
              <a:latin typeface="Noto Sans HK" panose="020B0200000000000000" pitchFamily="34" charset="-128"/>
              <a:ea typeface="Noto Sans HK" panose="020B0200000000000000" pitchFamily="34" charset="-128"/>
            </a:endParaRPr>
          </a:p>
          <a:p>
            <a:pPr algn="ctr"/>
            <a:r>
              <a:rPr lang="en-US" altLang="zh-TW" sz="1200" b="1" dirty="0">
                <a:latin typeface="Noto Sans HK" panose="020B0200000000000000" pitchFamily="34" charset="-128"/>
                <a:ea typeface="Noto Sans HK" panose="020B0200000000000000" pitchFamily="34" charset="-128"/>
              </a:rPr>
              <a:t>(SD</a:t>
            </a:r>
            <a:r>
              <a:rPr lang="zh-TW" altLang="en-US" sz="1200" b="1" dirty="0">
                <a:latin typeface="Noto Sans HK" panose="020B0200000000000000" pitchFamily="34" charset="-128"/>
                <a:ea typeface="Noto Sans HK" panose="020B0200000000000000" pitchFamily="34" charset="-128"/>
              </a:rPr>
              <a:t> </a:t>
            </a:r>
            <a:r>
              <a:rPr lang="en-US" altLang="zh-TW" sz="1200" b="1" dirty="0">
                <a:latin typeface="Noto Sans HK" panose="020B0200000000000000" pitchFamily="34" charset="-128"/>
                <a:ea typeface="Noto Sans HK" panose="020B0200000000000000" pitchFamily="34" charset="-128"/>
              </a:rPr>
              <a:t>Card)</a:t>
            </a:r>
            <a:endParaRPr lang="zh-TW" altLang="en-US" sz="1200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313141FF-65B8-2DB4-FAD6-9F0B0478E278}"/>
              </a:ext>
            </a:extLst>
          </p:cNvPr>
          <p:cNvSpPr txBox="1"/>
          <p:nvPr/>
        </p:nvSpPr>
        <p:spPr>
          <a:xfrm>
            <a:off x="8309793" y="2179808"/>
            <a:ext cx="13342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dirty="0">
                <a:latin typeface="Noto Sans HK" panose="020B0200000000000000" pitchFamily="34" charset="-128"/>
                <a:ea typeface="Noto Sans HK" panose="020B0200000000000000" pitchFamily="34" charset="-128"/>
              </a:rPr>
              <a:t>完成</a:t>
            </a:r>
            <a:endParaRPr lang="zh-TW" altLang="en-US" sz="1200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95570E9B-066A-81F4-00AD-184AF856CB9F}"/>
              </a:ext>
            </a:extLst>
          </p:cNvPr>
          <p:cNvSpPr txBox="1"/>
          <p:nvPr/>
        </p:nvSpPr>
        <p:spPr>
          <a:xfrm>
            <a:off x="8249923" y="2444734"/>
            <a:ext cx="13498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b="1" dirty="0">
                <a:solidFill>
                  <a:srgbClr val="FF0000"/>
                </a:solidFill>
                <a:latin typeface="Noto Sans HK" panose="020B0200000000000000" pitchFamily="34" charset="-128"/>
                <a:ea typeface="Noto Sans HK" panose="020B0200000000000000" pitchFamily="34" charset="-128"/>
              </a:rPr>
              <a:t>健康</a:t>
            </a:r>
            <a:endParaRPr lang="zh-TW" alt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861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B662664A-D65B-A04F-F697-964152A708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" r="9"/>
          <a:stretch/>
        </p:blipFill>
        <p:spPr>
          <a:xfrm>
            <a:off x="299884" y="0"/>
            <a:ext cx="11592232" cy="6858000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60A8CC3B-B032-DBE4-9923-199551B67711}"/>
              </a:ext>
            </a:extLst>
          </p:cNvPr>
          <p:cNvSpPr txBox="1"/>
          <p:nvPr/>
        </p:nvSpPr>
        <p:spPr>
          <a:xfrm>
            <a:off x="650240" y="228018"/>
            <a:ext cx="4785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chemeClr val="bg1">
                    <a:lumMod val="75000"/>
                  </a:schemeClr>
                </a:solidFill>
                <a:latin typeface="Noto Sans HK" panose="020B0200000000000000" pitchFamily="34" charset="-128"/>
                <a:ea typeface="Noto Sans HK" panose="020B0200000000000000" pitchFamily="34" charset="-128"/>
              </a:rPr>
              <a:t>健康氣味雷達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  <a:latin typeface="Noto Sans HK" panose="020B0200000000000000" pitchFamily="34" charset="-128"/>
                <a:ea typeface="Noto Sans HK" panose="020B0200000000000000" pitchFamily="34" charset="-128"/>
              </a:rPr>
              <a:t>-</a:t>
            </a:r>
            <a:r>
              <a:rPr lang="zh-TW" altLang="en-US" dirty="0">
                <a:solidFill>
                  <a:schemeClr val="bg1">
                    <a:lumMod val="75000"/>
                  </a:schemeClr>
                </a:solidFill>
                <a:latin typeface="Noto Sans HK" panose="020B0200000000000000" pitchFamily="34" charset="-128"/>
                <a:ea typeface="Noto Sans HK" panose="020B0200000000000000" pitchFamily="34" charset="-128"/>
              </a:rPr>
              <a:t>診斷分析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8596E6C-C6AA-6EE9-CCCC-F938686D98F5}"/>
              </a:ext>
            </a:extLst>
          </p:cNvPr>
          <p:cNvSpPr txBox="1"/>
          <p:nvPr/>
        </p:nvSpPr>
        <p:spPr>
          <a:xfrm>
            <a:off x="650240" y="1097280"/>
            <a:ext cx="1849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dirty="0">
                <a:solidFill>
                  <a:schemeClr val="bg1">
                    <a:lumMod val="75000"/>
                  </a:schemeClr>
                </a:solidFill>
                <a:latin typeface="Noto Sans HK" panose="020B0200000000000000" pitchFamily="34" charset="-128"/>
                <a:ea typeface="Noto Sans HK" panose="020B0200000000000000" pitchFamily="34" charset="-128"/>
              </a:rPr>
              <a:t>即時氣體監測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CD031EB-29BE-45A8-BE1D-B3F2E0C98DF4}"/>
              </a:ext>
            </a:extLst>
          </p:cNvPr>
          <p:cNvSpPr txBox="1"/>
          <p:nvPr/>
        </p:nvSpPr>
        <p:spPr>
          <a:xfrm>
            <a:off x="1153160" y="1701080"/>
            <a:ext cx="1849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Acetone</a:t>
            </a:r>
            <a:endParaRPr lang="zh-TW" altLang="en-US" sz="1200" dirty="0">
              <a:solidFill>
                <a:schemeClr val="accent1">
                  <a:lumMod val="40000"/>
                  <a:lumOff val="60000"/>
                </a:schemeClr>
              </a:solidFill>
              <a:latin typeface="Noto Sans HK" panose="020B0200000000000000" pitchFamily="34" charset="-128"/>
              <a:ea typeface="Noto Sans HK" panose="020B0200000000000000" pitchFamily="34" charset="-128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8545339-41E6-8B1A-40FE-2EDA6D594372}"/>
              </a:ext>
            </a:extLst>
          </p:cNvPr>
          <p:cNvSpPr txBox="1"/>
          <p:nvPr/>
        </p:nvSpPr>
        <p:spPr>
          <a:xfrm>
            <a:off x="3042920" y="1701080"/>
            <a:ext cx="1849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Dimethyl sulfide</a:t>
            </a:r>
            <a:endParaRPr lang="zh-TW" altLang="en-US" sz="1200" dirty="0">
              <a:solidFill>
                <a:schemeClr val="accent1">
                  <a:lumMod val="40000"/>
                  <a:lumOff val="60000"/>
                </a:schemeClr>
              </a:solidFill>
              <a:latin typeface="Noto Sans HK" panose="020B0200000000000000" pitchFamily="34" charset="-128"/>
              <a:ea typeface="Noto Sans HK" panose="020B0200000000000000" pitchFamily="34" charset="-128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8098D25-AF6C-09BF-98BE-837A915C504D}"/>
              </a:ext>
            </a:extLst>
          </p:cNvPr>
          <p:cNvSpPr txBox="1"/>
          <p:nvPr/>
        </p:nvSpPr>
        <p:spPr>
          <a:xfrm>
            <a:off x="1153160" y="3542541"/>
            <a:ext cx="1849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Ammonia</a:t>
            </a:r>
            <a:endParaRPr lang="zh-TW" altLang="en-US" sz="1200" dirty="0">
              <a:solidFill>
                <a:schemeClr val="accent1">
                  <a:lumMod val="40000"/>
                  <a:lumOff val="60000"/>
                </a:schemeClr>
              </a:solidFill>
              <a:latin typeface="Noto Sans HK" panose="020B0200000000000000" pitchFamily="34" charset="-128"/>
              <a:ea typeface="Noto Sans HK" panose="020B0200000000000000" pitchFamily="34" charset="-128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D07BF3E-2E29-AAEA-8C6A-689D8768A055}"/>
              </a:ext>
            </a:extLst>
          </p:cNvPr>
          <p:cNvSpPr txBox="1"/>
          <p:nvPr/>
        </p:nvSpPr>
        <p:spPr>
          <a:xfrm>
            <a:off x="3042920" y="3542541"/>
            <a:ext cx="1849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Methane</a:t>
            </a:r>
            <a:endParaRPr lang="zh-TW" altLang="en-US" sz="1200" dirty="0">
              <a:solidFill>
                <a:schemeClr val="accent1">
                  <a:lumMod val="40000"/>
                  <a:lumOff val="60000"/>
                </a:schemeClr>
              </a:solidFill>
              <a:latin typeface="Noto Sans HK" panose="020B0200000000000000" pitchFamily="34" charset="-128"/>
              <a:ea typeface="Noto Sans HK" panose="020B0200000000000000" pitchFamily="34" charset="-128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8F0E9696-C085-EBF8-6A64-6EF490EC96AA}"/>
              </a:ext>
            </a:extLst>
          </p:cNvPr>
          <p:cNvSpPr txBox="1"/>
          <p:nvPr/>
        </p:nvSpPr>
        <p:spPr>
          <a:xfrm>
            <a:off x="711200" y="6445613"/>
            <a:ext cx="27330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100" dirty="0">
                <a:solidFill>
                  <a:schemeClr val="bg1">
                    <a:lumMod val="75000"/>
                  </a:schemeClr>
                </a:solidFill>
                <a:latin typeface="Noto Sans HK" panose="020B0200000000000000" pitchFamily="34" charset="-128"/>
                <a:ea typeface="Noto Sans HK" panose="020B0200000000000000" pitchFamily="34" charset="-128"/>
              </a:rPr>
              <a:t>最後更新：</a:t>
            </a:r>
            <a:r>
              <a:rPr lang="en-US" altLang="zh-TW" sz="1100" dirty="0">
                <a:solidFill>
                  <a:schemeClr val="bg1">
                    <a:lumMod val="75000"/>
                  </a:schemeClr>
                </a:solidFill>
                <a:latin typeface="Noto Sans HK" panose="020B0200000000000000" pitchFamily="34" charset="-128"/>
                <a:ea typeface="Noto Sans HK" panose="020B0200000000000000" pitchFamily="34" charset="-128"/>
              </a:rPr>
              <a:t>2025/9/30</a:t>
            </a:r>
            <a:r>
              <a:rPr lang="zh-TW" altLang="en-US" sz="1100" dirty="0">
                <a:solidFill>
                  <a:schemeClr val="bg1">
                    <a:lumMod val="75000"/>
                  </a:schemeClr>
                </a:solidFill>
                <a:latin typeface="Noto Sans HK" panose="020B0200000000000000" pitchFamily="34" charset="-128"/>
                <a:ea typeface="Noto Sans HK" panose="020B0200000000000000" pitchFamily="34" charset="-128"/>
              </a:rPr>
              <a:t> </a:t>
            </a:r>
            <a:r>
              <a:rPr lang="en-US" altLang="zh-TW" sz="1100" dirty="0">
                <a:solidFill>
                  <a:schemeClr val="bg1">
                    <a:lumMod val="75000"/>
                  </a:schemeClr>
                </a:solidFill>
                <a:latin typeface="Noto Sans HK" panose="020B0200000000000000" pitchFamily="34" charset="-128"/>
                <a:ea typeface="Noto Sans HK" panose="020B0200000000000000" pitchFamily="34" charset="-128"/>
              </a:rPr>
              <a:t>12:39</a:t>
            </a:r>
            <a:endParaRPr lang="zh-TW" altLang="en-US" sz="1100" dirty="0">
              <a:solidFill>
                <a:schemeClr val="bg1">
                  <a:lumMod val="75000"/>
                </a:schemeClr>
              </a:solidFill>
              <a:latin typeface="Noto Sans HK" panose="020B0200000000000000" pitchFamily="34" charset="-128"/>
              <a:ea typeface="Noto Sans HK" panose="020B0200000000000000" pitchFamily="34" charset="-128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47FA0278-E7D7-D125-04A5-F176620BD782}"/>
              </a:ext>
            </a:extLst>
          </p:cNvPr>
          <p:cNvSpPr txBox="1"/>
          <p:nvPr/>
        </p:nvSpPr>
        <p:spPr>
          <a:xfrm>
            <a:off x="8567420" y="1685690"/>
            <a:ext cx="18491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dirty="0">
                <a:solidFill>
                  <a:schemeClr val="bg1">
                    <a:lumMod val="75000"/>
                  </a:schemeClr>
                </a:solidFill>
                <a:latin typeface="Noto Sans HK" panose="020B0200000000000000" pitchFamily="34" charset="-128"/>
                <a:ea typeface="Noto Sans HK" panose="020B0200000000000000" pitchFamily="34" charset="-128"/>
              </a:rPr>
              <a:t>分析結果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9FECA46-F0C5-1CF9-A5DC-99EC5B2C96BF}"/>
              </a:ext>
            </a:extLst>
          </p:cNvPr>
          <p:cNvSpPr txBox="1"/>
          <p:nvPr/>
        </p:nvSpPr>
        <p:spPr>
          <a:xfrm>
            <a:off x="8567420" y="3404041"/>
            <a:ext cx="28473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solidFill>
                  <a:schemeClr val="bg1">
                    <a:lumMod val="75000"/>
                  </a:schemeClr>
                </a:solidFill>
                <a:latin typeface="Noto Sans HK" panose="020B0200000000000000" pitchFamily="34" charset="-128"/>
                <a:ea typeface="Noto Sans HK" panose="020B0200000000000000" pitchFamily="34" charset="-128"/>
              </a:rPr>
              <a:t>檢測到的潛在疾病風險：</a:t>
            </a:r>
            <a:r>
              <a:rPr lang="en-US" altLang="zh-TW" sz="1200" dirty="0">
                <a:solidFill>
                  <a:schemeClr val="bg1">
                    <a:lumMod val="75000"/>
                  </a:schemeClr>
                </a:solidFill>
                <a:latin typeface="Noto Sans HK" panose="020B0200000000000000" pitchFamily="34" charset="-128"/>
                <a:ea typeface="Noto Sans HK" panose="020B0200000000000000" pitchFamily="34" charset="-128"/>
              </a:rPr>
              <a:t>Acetone(</a:t>
            </a:r>
            <a:r>
              <a:rPr lang="zh-TW" altLang="en-US" sz="1200" dirty="0">
                <a:solidFill>
                  <a:schemeClr val="bg1">
                    <a:lumMod val="75000"/>
                  </a:schemeClr>
                </a:solidFill>
                <a:latin typeface="Noto Sans HK" panose="020B0200000000000000" pitchFamily="34" charset="-128"/>
                <a:ea typeface="Noto Sans HK" panose="020B0200000000000000" pitchFamily="34" charset="-128"/>
              </a:rPr>
              <a:t>丙酮</a:t>
            </a:r>
            <a:r>
              <a:rPr lang="en-US" altLang="zh-TW" sz="1200" dirty="0">
                <a:solidFill>
                  <a:schemeClr val="bg1">
                    <a:lumMod val="75000"/>
                  </a:schemeClr>
                </a:solidFill>
                <a:latin typeface="Noto Sans HK" panose="020B0200000000000000" pitchFamily="34" charset="-128"/>
                <a:ea typeface="Noto Sans HK" panose="020B0200000000000000" pitchFamily="34" charset="-128"/>
              </a:rPr>
              <a:t>)</a:t>
            </a:r>
            <a:r>
              <a:rPr lang="zh-TW" altLang="en-US" sz="1200" dirty="0">
                <a:solidFill>
                  <a:schemeClr val="bg1">
                    <a:lumMod val="75000"/>
                  </a:schemeClr>
                </a:solidFill>
                <a:latin typeface="Noto Sans HK" panose="020B0200000000000000" pitchFamily="34" charset="-128"/>
                <a:ea typeface="Noto Sans HK" panose="020B0200000000000000" pitchFamily="34" charset="-128"/>
              </a:rPr>
              <a:t>水平升高</a:t>
            </a:r>
            <a:r>
              <a:rPr lang="en-US" altLang="zh-TW" sz="1200" dirty="0">
                <a:solidFill>
                  <a:schemeClr val="bg1">
                    <a:lumMod val="75000"/>
                  </a:schemeClr>
                </a:solidFill>
                <a:latin typeface="Noto Sans HK" panose="020B0200000000000000" pitchFamily="34" charset="-128"/>
                <a:ea typeface="Noto Sans HK" panose="020B0200000000000000" pitchFamily="34" charset="-128"/>
              </a:rPr>
              <a:t>(2.5 ppm)</a:t>
            </a:r>
            <a:endParaRPr lang="zh-TW" altLang="en-US" sz="1200" dirty="0">
              <a:solidFill>
                <a:schemeClr val="bg1">
                  <a:lumMod val="75000"/>
                </a:schemeClr>
              </a:solidFill>
              <a:latin typeface="Noto Sans HK" panose="020B0200000000000000" pitchFamily="34" charset="-128"/>
              <a:ea typeface="Noto Sans HK" panose="020B0200000000000000" pitchFamily="34" charset="-128"/>
            </a:endParaRPr>
          </a:p>
          <a:p>
            <a:endParaRPr lang="zh-TW" altLang="en-US" sz="1200" dirty="0">
              <a:solidFill>
                <a:schemeClr val="bg1">
                  <a:lumMod val="75000"/>
                </a:schemeClr>
              </a:solidFill>
              <a:latin typeface="Noto Sans HK" panose="020B0200000000000000" pitchFamily="34" charset="-128"/>
              <a:ea typeface="Noto Sans HK" panose="020B0200000000000000" pitchFamily="34" charset="-128"/>
            </a:endParaRPr>
          </a:p>
          <a:p>
            <a:r>
              <a:rPr lang="zh-TW" altLang="en-US" sz="1200" dirty="0">
                <a:solidFill>
                  <a:schemeClr val="bg1">
                    <a:lumMod val="75000"/>
                  </a:schemeClr>
                </a:solidFill>
                <a:latin typeface="Noto Sans HK" panose="020B0200000000000000" pitchFamily="34" charset="-128"/>
                <a:ea typeface="Noto Sans HK" panose="020B0200000000000000" pitchFamily="34" charset="-128"/>
              </a:rPr>
              <a:t>諮詢醫生以進行進一步評估。</a:t>
            </a:r>
            <a:endParaRPr lang="zh-TW" altLang="en-US" sz="1400" dirty="0">
              <a:solidFill>
                <a:schemeClr val="bg1">
                  <a:lumMod val="75000"/>
                </a:schemeClr>
              </a:solidFill>
              <a:latin typeface="Noto Sans HK" panose="020B0200000000000000" pitchFamily="34" charset="-128"/>
              <a:ea typeface="Noto Sans HK" panose="020B0200000000000000" pitchFamily="34" charset="-128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5B323A5E-E848-FE69-AE96-9E1977FDA281}"/>
              </a:ext>
            </a:extLst>
          </p:cNvPr>
          <p:cNvSpPr txBox="1"/>
          <p:nvPr/>
        </p:nvSpPr>
        <p:spPr>
          <a:xfrm>
            <a:off x="4932680" y="1716468"/>
            <a:ext cx="1849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chemeClr val="bg2">
                    <a:lumMod val="75000"/>
                  </a:schemeClr>
                </a:solidFill>
                <a:latin typeface="Noto Sans HK" panose="020B0200000000000000" pitchFamily="34" charset="-128"/>
                <a:ea typeface="Noto Sans HK" panose="020B0200000000000000" pitchFamily="34" charset="-128"/>
              </a:rPr>
              <a:t>VOC</a:t>
            </a:r>
            <a:r>
              <a:rPr lang="zh-TW" altLang="en-US" sz="1200" dirty="0">
                <a:solidFill>
                  <a:schemeClr val="bg2">
                    <a:lumMod val="75000"/>
                  </a:schemeClr>
                </a:solidFill>
                <a:latin typeface="Noto Sans HK" panose="020B0200000000000000" pitchFamily="34" charset="-128"/>
                <a:ea typeface="Noto Sans HK" panose="020B0200000000000000" pitchFamily="34" charset="-128"/>
              </a:rPr>
              <a:t> </a:t>
            </a:r>
            <a:r>
              <a:rPr lang="en-US" altLang="zh-TW" sz="1200" dirty="0">
                <a:solidFill>
                  <a:schemeClr val="bg2">
                    <a:lumMod val="75000"/>
                  </a:schemeClr>
                </a:solidFill>
                <a:latin typeface="Noto Sans HK" panose="020B0200000000000000" pitchFamily="34" charset="-128"/>
                <a:ea typeface="Noto Sans HK" panose="020B0200000000000000" pitchFamily="34" charset="-128"/>
              </a:rPr>
              <a:t>Trends</a:t>
            </a:r>
            <a:endParaRPr lang="zh-TW" altLang="en-US" sz="1200" dirty="0">
              <a:solidFill>
                <a:schemeClr val="bg2">
                  <a:lumMod val="75000"/>
                </a:schemeClr>
              </a:solidFill>
              <a:latin typeface="Noto Sans HK" panose="020B0200000000000000" pitchFamily="34" charset="-128"/>
              <a:ea typeface="Noto Sans HK" panose="020B0200000000000000" pitchFamily="34" charset="-128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BCA00DF4-EFEE-1D46-21D4-60D0C319180B}"/>
              </a:ext>
            </a:extLst>
          </p:cNvPr>
          <p:cNvSpPr txBox="1"/>
          <p:nvPr/>
        </p:nvSpPr>
        <p:spPr>
          <a:xfrm>
            <a:off x="4932680" y="3640051"/>
            <a:ext cx="1849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chemeClr val="bg2">
                    <a:lumMod val="75000"/>
                  </a:schemeClr>
                </a:solidFill>
                <a:latin typeface="Noto Sans HK" panose="020B0200000000000000" pitchFamily="34" charset="-128"/>
                <a:ea typeface="Noto Sans HK" panose="020B0200000000000000" pitchFamily="34" charset="-128"/>
              </a:rPr>
              <a:t>VOC</a:t>
            </a:r>
            <a:r>
              <a:rPr lang="zh-TW" altLang="en-US" sz="1200" dirty="0">
                <a:solidFill>
                  <a:schemeClr val="bg2">
                    <a:lumMod val="75000"/>
                  </a:schemeClr>
                </a:solidFill>
                <a:latin typeface="Noto Sans HK" panose="020B0200000000000000" pitchFamily="34" charset="-128"/>
                <a:ea typeface="Noto Sans HK" panose="020B0200000000000000" pitchFamily="34" charset="-128"/>
              </a:rPr>
              <a:t> </a:t>
            </a:r>
            <a:r>
              <a:rPr lang="en-US" altLang="zh-TW" sz="1200" dirty="0">
                <a:solidFill>
                  <a:schemeClr val="bg2">
                    <a:lumMod val="75000"/>
                  </a:schemeClr>
                </a:solidFill>
                <a:latin typeface="Noto Sans HK" panose="020B0200000000000000" pitchFamily="34" charset="-128"/>
                <a:ea typeface="Noto Sans HK" panose="020B0200000000000000" pitchFamily="34" charset="-128"/>
              </a:rPr>
              <a:t>Trends</a:t>
            </a:r>
            <a:endParaRPr lang="zh-TW" altLang="en-US" sz="1200" dirty="0">
              <a:solidFill>
                <a:schemeClr val="bg2">
                  <a:lumMod val="75000"/>
                </a:schemeClr>
              </a:solidFill>
              <a:latin typeface="Noto Sans HK" panose="020B0200000000000000" pitchFamily="34" charset="-128"/>
              <a:ea typeface="Noto Sans HK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27922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3038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986</TotalTime>
  <Words>185</Words>
  <Application>Microsoft Office PowerPoint</Application>
  <PresentationFormat>寬螢幕</PresentationFormat>
  <Paragraphs>44</Paragraphs>
  <Slides>4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9" baseType="lpstr">
      <vt:lpstr>Noto Sans HK</vt:lpstr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興毅 蔣</dc:creator>
  <cp:lastModifiedBy>興毅 蔣</cp:lastModifiedBy>
  <cp:revision>1</cp:revision>
  <dcterms:created xsi:type="dcterms:W3CDTF">2025-09-29T16:00:58Z</dcterms:created>
  <dcterms:modified xsi:type="dcterms:W3CDTF">2025-09-30T08:27:58Z</dcterms:modified>
</cp:coreProperties>
</file>